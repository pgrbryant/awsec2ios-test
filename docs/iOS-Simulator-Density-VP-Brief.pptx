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670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67080"/>
                </a:solidFill>
                <a:latin typeface="Calibri"/>
              </a:rPr>
              <a:t>Predicted vs measured ceiling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Simulators</c:v>
                </c:pt>
              </c:strCache>
            </c:strRef>
          </c:tx>
          <c:spPr>
            <a:solidFill>
              <a:srgbClr val="0D8F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71B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Predicted from free runners</c:v>
                  </c:pt>
                  <c:pt idx="1">
                    <c:v>Actual on the EC2 Mac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71B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1B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7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670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67080"/>
                </a:solidFill>
                <a:latin typeface="Calibri"/>
              </a:rPr>
              <a:t>Aggregate throughput vs simulator count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 inferences/sec</c:v>
                </c:pt>
              </c:strCache>
            </c:strRef>
          </c:tx>
          <c:spPr>
            <a:solidFill>
              <a:srgbClr val="0D8F86"/>
            </a:solidFill>
            <a:ln w="38100" cap="flat">
              <a:solidFill>
                <a:srgbClr val="0D8F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D8F86"/>
              </a:solidFill>
              <a:ln w="9525" cap="flat">
                <a:solidFill>
                  <a:srgbClr val="0D8F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45.6</c:v>
                </c:pt>
                <c:pt idx="1">
                  <c:v>97.7</c:v>
                </c:pt>
                <c:pt idx="2">
                  <c:v>214.3</c:v>
                </c:pt>
                <c:pt idx="3">
                  <c:v>331</c:v>
                </c:pt>
                <c:pt idx="4">
                  <c:v>394</c:v>
                </c:pt>
                <c:pt idx="5">
                  <c:v>456.1</c:v>
                </c:pt>
                <c:pt idx="6">
                  <c:v>523.9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0"/>
                    </a:solidFill>
                    <a:latin typeface="Arial"/>
                  </a:rPr>
                  <a:t>simulators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B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670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67080"/>
                </a:solidFill>
                <a:latin typeface="Calibri"/>
              </a:rPr>
              <a:t>Suite speedup vs shard count (1.0 = unsharded)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667080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71B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67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8F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shard</c:v>
                  </c:pt>
                  <c:pt idx="1">
                    <c:v>2 shards</c:v>
                  </c:pt>
                  <c:pt idx="2">
                    <c:v>4 shards</c:v>
                  </c:pt>
                  <c:pt idx="3">
                    <c:v>6 shards</c:v>
                  </c:pt>
                  <c:pt idx="4">
                    <c:v>8 shards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1.65</c:v>
                </c:pt>
                <c:pt idx="2">
                  <c:v>0.7</c:v>
                </c:pt>
                <c:pt idx="3">
                  <c:v>0.4</c:v>
                </c:pt>
                <c:pt idx="4">
                  <c:v>0.22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71B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B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nobody publishes cloud Mac simulator density. We bought a host and measured it end to end, on real hardware, with every number reproducible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walls — memory and the process table — arrive together. CPU was never the binding constraint in any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transferable lesson for anyone sizing a fleet from cheap measurements. We published the miss rather than quietly recalibrating.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simulator cannot saturate the machine because inference has serial phases. Six simulators do more than six times the work of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number teams get wrong when they provision one big Mac expecting linear returns. Over-sharding makes suites slower while consuming more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distinct traps, each with a root cause and a cost, are tabulated in the written report. The process wall is the important one: it takes the CI runner down with the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pitch this as empty space. The credible pitch is: the VM layer is commoditised, the capacity-as-product layer is not, and only a hyperscaler can pair it with native identity, networking and residency.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strategic read, not the density number. The density number is the evidence; the packaging argument is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iOS simulators can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8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cloud Mac actually run?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1272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2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it. Density, economics and operations of iOS simulator CI on AWS EC2 Mac.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mac2-m2pro.metal</a:t>
            </a:r>
            <a:pPr indent="0" marL="0">
              <a:buNone/>
            </a:pPr>
            <a:r>
              <a:rPr lang="en-US" sz="1300" dirty="0">
                <a:solidFill>
                  <a:srgbClr val="8A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Apple M2 Pro · 12 cores · 32 GB · iOS 26.5   ·   36-hour Dedicated Host window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four ladders on one EC2 Mac — every simulator verified to render, not just to boot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47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542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simulators, reliably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852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across every trial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69164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47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542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boot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852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launchd_sim cannot bind a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69164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847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 MB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19088" y="2542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per simulator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2852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~260 processes each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07424" y="169164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1847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72016" y="2542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 / sec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72016" y="2852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on-device AI at N=12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working point the machine is already 15 GB into swap with five-minute boot waits — it is working, but the next step is a refusal, not a slowdown.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6F1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mobile org should do Monday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9560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any capacity plan built from small runners — ours was off by 4×.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AI-feature test capacity separately: ~1.5 GB per simulator, efficiency peaks at six.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 own simulator startup cost before buying parallelism.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runners proved the pipeline — and missed capacity by 4×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macOS runners caught 7 real bugs at $0, then predicted a ceiling 5.6× too high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600200"/>
            <a:ext cx="4480560" cy="3703320"/>
          </a:xfrm>
          <a:prstGeom prst="roundRect">
            <a:avLst>
              <a:gd name="adj" fmla="val 1975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783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missed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60920" y="2148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 GB runner tops out at three simulators. At that size they share warm OS caches and never carry a full working set — so the memory-per-simulator fit (267 MB) was honest math on an insufficient range. The real figure is 1,115 MB.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tiers validate your pipeline.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target hardware sizes your fleet.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4572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error inverted the sharding answer and hid the AI efficiency knee entirely.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remain worth running: 7 bugs caught before a paid host ever started.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AI: density is superlinear before it is sublinear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on-device neural inference (Vision OCR) running inside every simulator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1060704"/>
          </a:xfrm>
          <a:prstGeom prst="roundRect">
            <a:avLst>
              <a:gd name="adj" fmla="val 6897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73568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11.5×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73568" y="22494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throughput at twelve simulators than at one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944368"/>
            <a:ext cx="3840480" cy="1060704"/>
          </a:xfrm>
          <a:prstGeom prst="roundRect">
            <a:avLst>
              <a:gd name="adj" fmla="val 6897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73568" y="3054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73568" y="34564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efficiency per simulator — 21% better than running one alone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4151376"/>
            <a:ext cx="3840480" cy="1060704"/>
          </a:xfrm>
          <a:prstGeom prst="roundRect">
            <a:avLst>
              <a:gd name="adj" fmla="val 6897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73568" y="4261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73568" y="46634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begins; marginal return per added simulator halves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5532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plateaued — even at twelve, throughput was still climbing. Edge-AI density here is bound by memory, not by the twelve cores.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parallelism is not more speed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12-test suite split across N simulators — every shard passing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840480" cy="2148840"/>
          </a:xfrm>
          <a:prstGeom prst="roundRect">
            <a:avLst>
              <a:gd name="adj" fmla="val 3404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73568" y="1810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8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cores bought two-way parallelism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73568" y="239572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shard pays 40–90 s of simulator boot, install and launch before it runs a single test. Sharding pays only while suite-time ÷ n still exceeds that cost.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97764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FF6F1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73568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73568" y="440740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count is set by the ratio of suite runtime to per-simulator startup cost — not by how many cores you own.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three free cores the same test was a 0.15× slowdown — the free tier got this backwards, not just imprecise.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Mac cost more than using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from allocation to first usable data row, on a running meter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&amp; 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75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lottery · no Xcode in the image · lost credentials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23360" y="1801368"/>
            <a:ext cx="5537044" cy="475488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7" name="Text 5"/>
          <p:cNvSpPr/>
          <p:nvPr/>
        </p:nvSpPr>
        <p:spPr>
          <a:xfrm>
            <a:off x="9697564" y="18196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a process-table wedge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355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billed, accepted jobs, executed nothing — console reboot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3081528"/>
            <a:ext cx="5852160" cy="475488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12680" y="30998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measurement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46360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ladders, all data published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4361688"/>
            <a:ext cx="2700997" cy="475488"/>
          </a:xfrm>
          <a:prstGeom prst="rect">
            <a:avLst/>
          </a:prstGeom>
          <a:solidFill>
            <a:srgbClr val="0D8F86"/>
          </a:solidFill>
          <a:ln/>
        </p:spPr>
      </p:sp>
      <p:sp>
        <p:nvSpPr>
          <p:cNvPr id="15" name="Text 13"/>
          <p:cNvSpPr/>
          <p:nvPr/>
        </p:nvSpPr>
        <p:spPr>
          <a:xfrm>
            <a:off x="6861517" y="437997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6F1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63270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first paid 24-hour window was gone before a single density measurement existed. Every delay is now automated away or documented in the runbook.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market gap actually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clear-eyed read: the obvious space is taken — the layer above it is not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686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MacStadium (Orka) and the CI vendors already slice VMs on Mac metal and hide the 24-hour lease behind per-minute pricing. Rebuilding that is late and undifferentiated.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6916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8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07992" y="230428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sells parallel simulator capacity as a product. Every vendor sells a machine or a VM and leaves customers to discover — expensively — how many simulators fit.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0144" y="16916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EEF6F5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38744" y="230428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hyperscaler: native IAM/VPC/artifact integration, data residency, and reservable capacity at scale — turning a capacity lottery into an SLA.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091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counterweight a serious review must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0109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Apple’s licensing caps the achievable margin; Mac fleets are capex-heavy and refresh on Apple’s schedule; and the specialist incumbent has not scaled to hyperscale — evidence either of a limited TAM or of an unclaimed seat. This study cannot settle which. It does quantify the customer pain precisely enough to price the bet.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packaging, not silicon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2377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2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 behave predictably. Getting a Mac to run them on does not. A provider selling ready parallel simulators — rather than machines you must prepare yourself — would beat today’s offering without better hardware.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 per 32 GB Mac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1188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capacity miss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 speedup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8972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8972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paid day lost to 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5257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reproducible: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github.com/PGRBryant/awsEC2iOS-test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55961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runs on any OS against mocks · free hosted runners · then the paid host — in that order, by design.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 Simulator Density on EC2 Mac</dc:title>
  <dc:subject>PptxGenJS Presentation</dc:subject>
  <dc:creator>SimDensity study</dc:creator>
  <cp:lastModifiedBy>SimDensity study</cp:lastModifiedBy>
  <cp:revision>1</cp:revision>
  <dcterms:created xsi:type="dcterms:W3CDTF">2026-08-17T03:49:10Z</dcterms:created>
  <dcterms:modified xsi:type="dcterms:W3CDTF">2026-08-17T03:49:10Z</dcterms:modified>
</cp:coreProperties>
</file>